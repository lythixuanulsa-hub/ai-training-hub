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2377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TPM · AI TRAINING PROGRAM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업무 적용 교육 프로그램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주 1회 · 1.5h ~ 2h / 회 · 이론 + 실습 + 현장 적용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보고처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법인장      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작성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TPM 윤권      </a:t>
            </a:r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2026-04-29  Rev R00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0" y="18288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2D3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30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10972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3063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부서별 1개 이상의 AI 실제 적용 사례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확보를 목표로,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· 주 1회 · 부서 단위 교육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시행하며,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주재원 + 현지인 3명 순환 강사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체제로 운영합니다.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270891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49040"/>
            <a:ext cx="270891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463040" y="3913632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회차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251960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1회 · 1.5~2h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03270" y="3749040"/>
            <a:ext cx="270891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3270" y="3749040"/>
            <a:ext cx="270891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327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309110" y="3913632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09110" y="4251960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· Gems · Antigravity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49340" y="3749040"/>
            <a:ext cx="270891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9340" y="3749040"/>
            <a:ext cx="270891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934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7155180" y="3913632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적용 항목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55180" y="4251960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 3 + 운영 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95410" y="3749040"/>
            <a:ext cx="270891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95410" y="3749040"/>
            <a:ext cx="270891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9541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10001250" y="3913632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01250" y="4251960"/>
            <a:ext cx="16116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주재원 1 + 현지 3 순환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937760"/>
            <a:ext cx="36576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937760"/>
            <a:ext cx="914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234440" y="5102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적용 사례 100% 확보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56235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학습에 그치지 않음 — 각 부서가 자기 데이터로 직접 실습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51960" y="4937760"/>
            <a:ext cx="36576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51960" y="4937760"/>
            <a:ext cx="91440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029200" y="5102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주재원 + 현지인 4인 순환 강사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480560" y="56235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TPM 윤권(주재원) Lead, 현지인 Xuan(대표)·Trang·Duy 3명 회차별 순환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46720" y="4937760"/>
            <a:ext cx="36576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4937760"/>
            <a:ext cx="91440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8823960" y="51023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생태계 도구로 표준화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75320" y="56235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· Gems · Antigravity 3종 통일 — 부서간 사용 표준화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업무 적용 교육 프로그램  |  TPM 윤권 · 2026-04-29  |  Rev R00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프로그램 · 4회차 워크플로우 &amp; AI 5대 적용 항목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269748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0180" y="13716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01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· 기초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개념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도구 3가지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TPM 시연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1259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291840" y="10972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097280"/>
            <a:ext cx="26974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4820" y="1371600"/>
            <a:ext cx="731520" cy="7315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48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91840" y="2194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423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2788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문서·회의·보고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문서 요약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회의록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데이터 분석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1259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097280"/>
            <a:ext cx="26974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09460" y="13716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94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26480" y="2194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423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2788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자동화·경보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원시 데이터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자동화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이상 경보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240" y="21259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8961120" y="109728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1097280"/>
            <a:ext cx="269748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44100" y="137160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441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8961120" y="2194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0" y="2423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과제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961120" y="2788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발표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32688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결과 발표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토론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TPM 종합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5대 적용 항목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377440" y="3858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(사무 3 + 운영 2)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611880"/>
                <a:gridCol w="2194560"/>
                <a:gridCol w="594360"/>
                <a:gridCol w="352044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요약 및 처리 (이중 언어)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NotebookLM · Gems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일·영 문서 → 베트남어 빠른 요약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 작성 및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 → 자동 표준 양식 회의록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 및 데이터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Gems · NotebookLM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수치 → 추세 의견 및 제안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및 원시 데이터 처리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Antigravity · Gems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로그/CSV → 자동 정제·분류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프로세스 최적화 및 경보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Antigravity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감지 → 자동 경보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436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최종 산출물 —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과제 자료 종합 → 경영진 보고서 제출 (4회차 종료 시점)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업무 적용 교육 프로그램  |  TPM 윤권 · 2026-04-29  |  Rev R00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강사진 구성 · 주재원 + 현지인 4인 순환 운영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26974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주재원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48740" y="1600200"/>
            <a:ext cx="914400" cy="914400"/>
          </a:xfrm>
          <a:prstGeom prst="ellipse">
            <a:avLst/>
          </a:prstGeom>
          <a:solidFill>
            <a:srgbClr val="16A34A"/>
          </a:solidFill>
          <a:ln w="317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87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TPM 윤권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" y="289864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Yun Kwon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172968"/>
            <a:ext cx="1965960" cy="256032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729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Instructor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09728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097280"/>
            <a:ext cx="26974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강사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83380" y="1600200"/>
            <a:ext cx="914400" cy="91440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33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29184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Xuan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291840" y="289864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쑤언 / 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3172968"/>
            <a:ext cx="1965960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1729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담당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097280"/>
            <a:ext cx="26974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강사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18020" y="1600200"/>
            <a:ext cx="914400" cy="91440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1802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12648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Trang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126480" y="289864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짱 / 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3172968"/>
            <a:ext cx="1965960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1729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Co-Instructor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961120" y="109728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1097280"/>
            <a:ext cx="26974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현지인 강사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852660" y="1600200"/>
            <a:ext cx="914400" cy="91440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526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896112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Duy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8961120" y="289864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주이 / 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326880" y="3172968"/>
            <a:ext cx="1965960" cy="256032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0" y="31729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Co-Instructor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4360" y="3657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기획 · 콘텐츠 개발 · Demo 시연 · 종합 정리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29000" y="3657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 강의 메인 · 부서 커뮤니케이션 · 결과 취합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3657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 강의 보조 · 실습 지원 · Q&amp;A 대응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98280" y="36576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 강의 보조 · 실습 지원 · Q&amp;A 대응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회차별 강사 순환 배정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822960"/>
                <a:gridCol w="82296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Co-1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Co-2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역할 분담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1회차 · 이론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윤권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Xuan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윤권 — 이론·Demo / Xuan — 통역·Q&amp;A / Trang·Duy — 보조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2회차 · 실습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윤권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Xuan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Trang — 실습 진행 메인 / Duy — 도구 시연 / Xuan — 결과 취합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3회차 · 실습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윤권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Xuan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Duy — 자동화 실습 메인 / Xuan — 부서 매칭 / Trang — Q&amp;A 보조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4회차 · 실전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윤권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Xuan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Xuan — 발표 진행·결과 정리 / Trang·Duy — 부서별 피드백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운영 원칙 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현지 3인은 회차별로 Main / Co-1 / Co-2 역할을 순환하여 강사 역량 균등 향상 및 현장 부담 분산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업무 적용 교육 프로그램  |  TPM 윤권 · 2026-04-29  |  Rev R00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일정 달력 &amp; 신청 / 계획 현황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97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 2026년 5월 — 교육 일정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011680"/>
            <a:ext cx="512064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057400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057400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770632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2770632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2770632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2770632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2770632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2770632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2770632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483864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371600" y="3483864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732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03120" y="3483864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34640" y="3483864"/>
            <a:ext cx="713232" cy="69494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80360" y="3776472"/>
            <a:ext cx="62179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37764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880360" y="3941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14:00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66160" y="3483864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8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97680" y="3483864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0" y="3483864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4197096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4242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371600" y="4197096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17320" y="4242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03120" y="4197096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4242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34640" y="4197096"/>
            <a:ext cx="713232" cy="69494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80360" y="4242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880360" y="4489704"/>
            <a:ext cx="62179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80360" y="448970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880360" y="465429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14:00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566160" y="4197096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11880" y="4242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297680" y="4197096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43400" y="4242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029200" y="4197096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74920" y="42428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0080" y="4910328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371600" y="4910328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1732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103120" y="4910328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4884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834640" y="4910328"/>
            <a:ext cx="713232" cy="694944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8036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80360" y="5202936"/>
            <a:ext cx="62179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80360" y="520293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3회차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880360" y="536752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14:00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566160" y="4910328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1188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297680" y="4910328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4340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029200" y="4910328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7492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40080" y="5623560"/>
            <a:ext cx="713232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5800" y="5669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40080" y="5577840"/>
            <a:ext cx="512064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4회차 (실전 발표) —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2026-06-03 (수)  14:00~16:00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40080" y="605332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시간 —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수요일 14:00 ~ 16:00 (1.5h ~ 2h)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217920" y="109728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17920" y="1097280"/>
            <a:ext cx="54864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00800" y="1097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 부서별 신청 &amp; 계획 현황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6400800" y="1828800"/>
            <a:ext cx="15544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00800" y="1828800"/>
            <a:ext cx="1554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400" dirty="0"/>
          </a:p>
        </p:txBody>
      </p:sp>
      <p:sp>
        <p:nvSpPr>
          <p:cNvPr id="98" name="Text 96"/>
          <p:cNvSpPr/>
          <p:nvPr/>
        </p:nvSpPr>
        <p:spPr>
          <a:xfrm>
            <a:off x="640080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부서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092440" y="1828800"/>
            <a:ext cx="15544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92440" y="1828800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92440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400" dirty="0"/>
          </a:p>
        </p:txBody>
      </p:sp>
      <p:sp>
        <p:nvSpPr>
          <p:cNvPr id="102" name="Text 100"/>
          <p:cNvSpPr/>
          <p:nvPr/>
        </p:nvSpPr>
        <p:spPr>
          <a:xfrm>
            <a:off x="809244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부서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9784080" y="1828800"/>
            <a:ext cx="15544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784080" y="1828800"/>
            <a:ext cx="1554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784080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400" dirty="0"/>
          </a:p>
        </p:txBody>
      </p:sp>
      <p:sp>
        <p:nvSpPr>
          <p:cNvPr id="106" name="Text 104"/>
          <p:cNvSpPr/>
          <p:nvPr/>
        </p:nvSpPr>
        <p:spPr>
          <a:xfrm>
            <a:off x="978408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부서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78892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회차 참석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AAT 라인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대기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OIS 라인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대기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 / 품질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대기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자재 / 물류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대기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/ 인사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대기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 / 기구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대기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5"/>
          <p:cNvSpPr/>
          <p:nvPr/>
        </p:nvSpPr>
        <p:spPr>
          <a:xfrm>
            <a:off x="6400800" y="5440680"/>
            <a:ext cx="512064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400800" y="5440680"/>
            <a:ext cx="9144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6583680" y="54406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신청·일정 등록 —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일정 관리 앱에서 부서별 신청·계획 등록 및 실시간 현황 공유
</a:t>
            </a:r>
            <a:pPr indent="0" marL="0">
              <a:buNone/>
            </a:pPr>
            <a:r>
              <a:rPr lang="en-US" sz="1000" i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lich-dao-tao-ai.streamlit.app</a:t>
            </a:r>
            <a:endParaRPr lang="en-US" sz="1100" dirty="0"/>
          </a:p>
        </p:txBody>
      </p:sp>
      <p:sp>
        <p:nvSpPr>
          <p:cNvPr id="111" name="Shape 10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업무 적용 교육 프로그램  |  TPM 윤권 · 2026-04-29  |  Rev R00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Powerlogics Vina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업무 적용 교육 프로그램</dc:title>
  <dc:subject>PptxGenJS Presentation</dc:subject>
  <dc:creator>TPM 윤권</dc:creator>
  <cp:lastModifiedBy>TPM 윤권</cp:lastModifiedBy>
  <cp:revision>1</cp:revision>
  <dcterms:created xsi:type="dcterms:W3CDTF">2026-04-29T05:59:13Z</dcterms:created>
  <dcterms:modified xsi:type="dcterms:W3CDTF">2026-04-29T05:59:13Z</dcterms:modified>
</cp:coreProperties>
</file>